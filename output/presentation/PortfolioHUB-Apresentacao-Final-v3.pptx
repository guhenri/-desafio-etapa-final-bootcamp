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c5362623c044ce" /><Relationship Type="http://schemas.openxmlformats.org/officeDocument/2006/relationships/extended-properties" Target="/docProps/app.xml" Id="R24beb1c429c24de2" /><Relationship Type="http://schemas.openxmlformats.org/officeDocument/2006/relationships/officeDocument" Target="/ppt/presentation.xml" Id="Rcbb94e9be2f3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5a8d3ee432438c"/>
  </p:sldMasterIdLst>
  <p:notesMasterIdLst>
    <p:notesMasterId xmlns:r="http://schemas.openxmlformats.org/officeDocument/2006/relationships" r:id="R943fa486b704467a"/>
  </p:notesMasterIdLst>
  <p:sldIdLst>
    <p:sldId xmlns:r="http://schemas.openxmlformats.org/officeDocument/2006/relationships" id="256" r:id="R2fde0e2c39c74fd1"/>
    <p:sldId xmlns:r="http://schemas.openxmlformats.org/officeDocument/2006/relationships" id="257" r:id="R8cc26b2cfa7442e0"/>
    <p:sldId xmlns:r="http://schemas.openxmlformats.org/officeDocument/2006/relationships" id="258" r:id="R146a86b5a88f4a9e"/>
    <p:sldId xmlns:r="http://schemas.openxmlformats.org/officeDocument/2006/relationships" id="259" r:id="R7bad067f20a94eb3"/>
    <p:sldId xmlns:r="http://schemas.openxmlformats.org/officeDocument/2006/relationships" id="260" r:id="R291fc5cb347a4e55"/>
    <p:sldId xmlns:r="http://schemas.openxmlformats.org/officeDocument/2006/relationships" id="261" r:id="R1389d23722a84e00"/>
    <p:sldId xmlns:r="http://schemas.openxmlformats.org/officeDocument/2006/relationships" id="262" r:id="Rab1f98ec76094789"/>
    <p:sldId xmlns:r="http://schemas.openxmlformats.org/officeDocument/2006/relationships" id="263" r:id="Rc497a5dde8b7449c"/>
    <p:sldId xmlns:r="http://schemas.openxmlformats.org/officeDocument/2006/relationships" id="264" r:id="Rae94305aeef348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d779a405841c6" /><Relationship Type="http://schemas.openxmlformats.org/officeDocument/2006/relationships/slideMaster" Target="/ppt/slideMasters/slideMaster1.xml" Id="R725a8d3ee432438c" /><Relationship Type="http://schemas.openxmlformats.org/officeDocument/2006/relationships/notesMaster" Target="/ppt/notesMasters/notesMaster1.xml" Id="R943fa486b704467a" /><Relationship Type="http://schemas.openxmlformats.org/officeDocument/2006/relationships/presProps" Target="/ppt/presProps.xml" Id="R3118f2ecf2d64048" /><Relationship Type="http://schemas.openxmlformats.org/officeDocument/2006/relationships/tableStyles" Target="/ppt/tableStyles.xml" Id="R44dfb9929cd74fe3" /><Relationship Type="http://schemas.openxmlformats.org/officeDocument/2006/relationships/slide" Target="/ppt/slides/slide1.xml" Id="R2fde0e2c39c74fd1" /><Relationship Type="http://schemas.openxmlformats.org/officeDocument/2006/relationships/slide" Target="/ppt/slides/slide2.xml" Id="R8cc26b2cfa7442e0" /><Relationship Type="http://schemas.openxmlformats.org/officeDocument/2006/relationships/slide" Target="/ppt/slides/slide3.xml" Id="R146a86b5a88f4a9e" /><Relationship Type="http://schemas.openxmlformats.org/officeDocument/2006/relationships/slide" Target="/ppt/slides/slide4.xml" Id="R7bad067f20a94eb3" /><Relationship Type="http://schemas.openxmlformats.org/officeDocument/2006/relationships/slide" Target="/ppt/slides/slide5.xml" Id="R291fc5cb347a4e55" /><Relationship Type="http://schemas.openxmlformats.org/officeDocument/2006/relationships/slide" Target="/ppt/slides/slide6.xml" Id="R1389d23722a84e00" /><Relationship Type="http://schemas.openxmlformats.org/officeDocument/2006/relationships/slide" Target="/ppt/slides/slide7.xml" Id="Rab1f98ec76094789" /><Relationship Type="http://schemas.openxmlformats.org/officeDocument/2006/relationships/slide" Target="/ppt/slides/slide8.xml" Id="Rc497a5dde8b7449c" /><Relationship Type="http://schemas.openxmlformats.org/officeDocument/2006/relationships/slide" Target="/ppt/slides/slide9.xml" Id="Rae94305aeef3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6260d356a7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00670c1a04b8e" /><Relationship Type="http://schemas.openxmlformats.org/officeDocument/2006/relationships/notesMaster" Target="/ppt/notesMasters/notesMaster1.xml" Id="Rb71bbcccc7c0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0ff02cc2946dd" /><Relationship Type="http://schemas.openxmlformats.org/officeDocument/2006/relationships/notesMaster" Target="/ppt/notesMasters/notesMaster1.xml" Id="R0ece5a52ec284b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2904162aa42a3" /><Relationship Type="http://schemas.openxmlformats.org/officeDocument/2006/relationships/notesMaster" Target="/ppt/notesMasters/notesMaster1.xml" Id="R3d26cfb6d36548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599018fb1d46d1" /><Relationship Type="http://schemas.openxmlformats.org/officeDocument/2006/relationships/notesMaster" Target="/ppt/notesMasters/notesMaster1.xml" Id="R0716a07a2c7047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55c6c25a54b6b" /><Relationship Type="http://schemas.openxmlformats.org/officeDocument/2006/relationships/notesMaster" Target="/ppt/notesMasters/notesMaster1.xml" Id="R88a74e67756946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8fce2ebbc54d56" /><Relationship Type="http://schemas.openxmlformats.org/officeDocument/2006/relationships/notesMaster" Target="/ppt/notesMasters/notesMaster1.xml" Id="Re275380eb1064e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a8bff2b1f74c49" /><Relationship Type="http://schemas.openxmlformats.org/officeDocument/2006/relationships/notesMaster" Target="/ppt/notesMasters/notesMaster1.xml" Id="R76f692516c814b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a6fe0958f34517" /><Relationship Type="http://schemas.openxmlformats.org/officeDocument/2006/relationships/notesMaster" Target="/ppt/notesMasters/notesMaster1.xml" Id="R16c37996d24140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0625c94cbd42fb" /><Relationship Type="http://schemas.openxmlformats.org/officeDocument/2006/relationships/notesMaster" Target="/ppt/notesMasters/notesMaster1.xml" Id="R59135381854a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49aa69d314d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42f969d9047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7fe2c96d443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c20dcc43f4f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d65b47ef14e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6944d92eb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3719BB-32B5-41A6-A3BC-BD3DEA0FF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4596E0-0FD7-4259-8E7A-02346A1500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C7641D-9052-4507-A3C6-5F348AB57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7215D-B8C5-458B-9B93-24B1CCCA5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B77F4F-81C7-4B8F-802D-D09EBD1C7C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68DA59-5471-417D-9A35-A43244D58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2BECC5-DD7F-4BF1-AA83-275B5CCAF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C27E94-6BBF-4BFA-85C2-EADAF45660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696776-7209-446D-BF11-6A6F486DD9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B2A2A0-7E41-4775-9511-32FFD3E800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67ff9a681c4e5f" /><Relationship Type="http://schemas.openxmlformats.org/officeDocument/2006/relationships/slideLayout" Target="/ppt/slideLayouts/slideLayout1.xml" Id="R8d9064ceec5b4588" /><Relationship Type="http://schemas.openxmlformats.org/officeDocument/2006/relationships/slideLayout" Target="/ppt/slideLayouts/slideLayout2.xml" Id="R745b1a7f80744faf" /><Relationship Type="http://schemas.openxmlformats.org/officeDocument/2006/relationships/slideLayout" Target="/ppt/slideLayouts/slideLayout3.xml" Id="R3999d112f0bb4992" /><Relationship Type="http://schemas.openxmlformats.org/officeDocument/2006/relationships/slideLayout" Target="/ppt/slideLayouts/slideLayout4.xml" Id="R2e59d6369dcb4fae" /><Relationship Type="http://schemas.openxmlformats.org/officeDocument/2006/relationships/slideLayout" Target="/ppt/slideLayouts/slideLayout5.xml" Id="Re3200a6a8f474c96" /><Relationship Type="http://schemas.openxmlformats.org/officeDocument/2006/relationships/slideLayout" Target="/ppt/slideLayouts/slideLayout6.xml" Id="R4baf32e8d949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9064ceec5b4588"/>
    <p:sldLayoutId xmlns:r="http://schemas.openxmlformats.org/officeDocument/2006/relationships" id="2147483650" r:id="R745b1a7f80744faf"/>
    <p:sldLayoutId xmlns:r="http://schemas.openxmlformats.org/officeDocument/2006/relationships" id="2147483651" r:id="R3999d112f0bb4992"/>
    <p:sldLayoutId xmlns:r="http://schemas.openxmlformats.org/officeDocument/2006/relationships" id="2147483652" r:id="R2e59d6369dcb4fae"/>
    <p:sldLayoutId xmlns:r="http://schemas.openxmlformats.org/officeDocument/2006/relationships" id="2147483653" r:id="Re3200a6a8f474c96"/>
    <p:sldLayoutId xmlns:r="http://schemas.openxmlformats.org/officeDocument/2006/relationships" id="2147483654" r:id="R4baf32e8d949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fedcdd9cb448f" /><Relationship Type="http://schemas.openxmlformats.org/officeDocument/2006/relationships/image" Target="/ppt/media/image.jpeg" Id="R38925c66f68542d9" /><Relationship Type="http://schemas.openxmlformats.org/officeDocument/2006/relationships/notesSlide" Target="/ppt/notesSlides/notesSlide1.xml" Id="R5aecfc49823345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67d73f4f646f1" /><Relationship Type="http://schemas.openxmlformats.org/officeDocument/2006/relationships/image" Target="/ppt/media/image2.jpeg" Id="R53824027fc7c426a" /><Relationship Type="http://schemas.openxmlformats.org/officeDocument/2006/relationships/notesSlide" Target="/ppt/notesSlides/notesSlide2.xml" Id="R9c472a20d490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8ab354a66a4a03" /><Relationship Type="http://schemas.openxmlformats.org/officeDocument/2006/relationships/notesSlide" Target="/ppt/notesSlides/notesSlide3.xml" Id="Rc73e37fdda7f4a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abf78d9ba46f6" /><Relationship Type="http://schemas.openxmlformats.org/officeDocument/2006/relationships/image" Target="/ppt/media/image3.jpeg" Id="R9bd4fba993fb44cf" /><Relationship Type="http://schemas.openxmlformats.org/officeDocument/2006/relationships/notesSlide" Target="/ppt/notesSlides/notesSlide4.xml" Id="Rc8d90b07c6c2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27e8b4d3f4ef6" /><Relationship Type="http://schemas.openxmlformats.org/officeDocument/2006/relationships/image" Target="/ppt/media/image4.jpeg" Id="R40b6100bff34495a" /><Relationship Type="http://schemas.openxmlformats.org/officeDocument/2006/relationships/notesSlide" Target="/ppt/notesSlides/notesSlide5.xml" Id="R94842ca47112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8d923f1504c61" /><Relationship Type="http://schemas.openxmlformats.org/officeDocument/2006/relationships/notesSlide" Target="/ppt/notesSlides/notesSlide6.xml" Id="Rb893da45fb404d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bb8624e9f40b8" /><Relationship Type="http://schemas.openxmlformats.org/officeDocument/2006/relationships/notesSlide" Target="/ppt/notesSlides/notesSlide7.xml" Id="R4dd711dd976948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99b88db0e4c4e" /><Relationship Type="http://schemas.openxmlformats.org/officeDocument/2006/relationships/image" Target="/ppt/media/image.png" Id="Rd9db2b0f298845e5" /><Relationship Type="http://schemas.openxmlformats.org/officeDocument/2006/relationships/notesSlide" Target="/ppt/notesSlides/notesSlide8.xml" Id="R7f0648a6d823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c8f62e0554aff" /><Relationship Type="http://schemas.openxmlformats.org/officeDocument/2006/relationships/notesSlide" Target="/ppt/notesSlides/notesSlide9.xml" Id="Rec9c36552b73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9ACA9-7C6A-4CB9-9B90-7A9B5BCF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DESAFIO FINAL / BOOTCAMP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D1855-94BB-470E-A09A-BC84924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PortfolioHUB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430AE-25EB-4EA3-9FC1-2924B221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Implantação integrada ao 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9C6F9-D7C8-4437-AAD6-AA701017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Gustavo Henrique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FCEEF-E069-4020-9EFA-5AC2070F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25 de outubro de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A930C-B4EB-4101-BACC-13314D89C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25c66f68542d9"/>
          <a:srcRect xmlns:a="http://schemas.openxmlformats.org/drawingml/2006/main" l="11003" t="0" r="110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457200"/>
            <a:ext cx="3333750" cy="59436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377EB-E0C6-4A22-A1E1-DCDF33B5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1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SITE RESPONSIVO</a:t>
            </a:r>
          </a:p>
        </p:txBody>
      </p:sp>
    </p:spTree>
    <p:extLst>
      <p:ext uri="{BB962C8B-B14F-4D97-AF65-F5344CB8AC3E}">
        <p14:creationId xmlns:p14="http://schemas.microsoft.com/office/powerpoint/2010/main" val="112056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3DCBE-3CD3-44A0-B678-683573D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C20D5-25A1-426B-BBA0-E02E5CEF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Objetivo 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9AFBE-8687-4CA6-93CA-6C68BAAD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04634-E65E-431C-8F55-FF10F95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6DA20-DE0A-43F4-B1A9-0416BC29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Um ponto central para apresentar projetos públicos, competências e práticas de implantação.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24D80-5C44-4578-8F79-8289814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42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A solução usa tecnologias web nativas e consulta a API pública do GitHub. O conteúdo permanece disponível mesmo quando a integração externa falha.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9C1E3-5ACC-4180-A5DA-AD584D327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24027fc7c426a"/>
          <a:srcRect xmlns:a="http://schemas.openxmlformats.org/drawingml/2006/main" l="0" t="4553" r="0" b="4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42875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2E5AB-29BA-4887-BD6B-CC5A1B00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Experiência responsiva e acessível</a:t>
            </a:r>
          </a:p>
        </p:txBody>
      </p:sp>
    </p:spTree>
    <p:extLst>
      <p:ext uri="{BB962C8B-B14F-4D97-AF65-F5344CB8AC3E}">
        <p14:creationId xmlns:p14="http://schemas.microsoft.com/office/powerpoint/2010/main" val="1466596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45B6E-3CE8-4D16-91C0-323ACD12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3A6BC-B395-4C01-A930-15CE03AE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Arquitetura do PortfolioHUB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3F1A4-715B-4361-95EC-862F739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9CDFA-9B8A-4123-93CE-49CB0771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927B1-2AC5-4972-A3A9-03810228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96D54-4DDB-446C-92DC-9D23CEAF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E4095-3DB9-4DBB-A0FB-72D57D63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Código-fonte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3A816-B1FE-4575-B1F1-F4A39ED8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HTML, CSS e JavaScript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5AFF6-9DBD-424C-AD9A-7DDC25C4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051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FC190-0E47-4D7F-B860-CF870E44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8A1F5-87DD-4008-B856-D3A185F6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74001-0630-45A3-A507-940661ED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13EBB-2A9A-4D6D-945C-36CAF53F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src copiado para dist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C0859-E7B3-47B3-B963-9B019A5F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AF5B8-F6E0-4B9C-8D30-59997A6F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115F4-F1D3-4C34-8AB0-7EA8CAE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02279-06B1-43F3-B784-4FD5ABA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C2EF5-180F-4880-9FFF-FD364B66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8 verificações automáticas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7E3B6-3512-4C44-B736-85167E6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C1685-F737-4011-9DA5-8AEC501E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874E0-32A1-446D-82A4-2D0A83D7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88276-6227-41C2-88C2-9D28B06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4936C-F978-451B-B67C-490282B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GitHub Pages e Sites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1F68E-CD0F-4E82-A9BA-8D1789B1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Sem banco de dados, credenciais no navegador ou dependências de produção</a:t>
            </a:r>
          </a:p>
        </p:txBody>
      </p:sp>
    </p:spTree>
    <p:extLst>
      <p:ext uri="{BB962C8B-B14F-4D97-AF65-F5344CB8AC3E}">
        <p14:creationId xmlns:p14="http://schemas.microsoft.com/office/powerpoint/2010/main" val="1123634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9C58D-744E-4429-8FD9-7D3A787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57603-B2A1-4179-9AB3-791CCADB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Integração e colaboração no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FE371-CDEA-4949-BCE2-E08CEF85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91A61-A263-4441-B94A-8CE298C3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56B3D-334D-4F54-AF58-A8E9AF8E82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4fba993fb44cf"/>
          <a:srcRect xmlns:a="http://schemas.openxmlformats.org/drawingml/2006/main" l="4159" t="0" r="4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428750"/>
            <a:ext cx="2857500" cy="4333875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FC684-AFBB-4F2D-A56D-58DAA8A1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19992-D203-45CE-8548-1389C25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página consulta os repositórios públicos, elimina forks e ordena os projetos pela atualização mais recente.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15529-C7AD-4CEC-93C2-8AFD396D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Colaboração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5EDC0-1A18-432E-BA11-89C9003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Branches isolam mudanças. Pull requests registram revisão. O CI executa build e testes antes da publicação.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DD7CA-A7C5-4CFD-856C-AF4408F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Um fallback local mantém o portfólio útil quando a API não responde.</a:t>
            </a:r>
          </a:p>
        </p:txBody>
      </p:sp>
    </p:spTree>
    <p:extLst>
      <p:ext uri="{BB962C8B-B14F-4D97-AF65-F5344CB8AC3E}">
        <p14:creationId xmlns:p14="http://schemas.microsoft.com/office/powerpoint/2010/main" val="1054611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5DB46-2B1A-40B0-AA65-CFF36B27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60B2E-524E-424B-A6FD-20EB3D71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Segurança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BEC88-D8B6-4381-A7CF-38224047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ABDC8-2F87-4E8A-A026-873FED78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5E17B-D148-4898-B0B9-E50084BF5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6100bff34495a"/>
          <a:srcRect xmlns:a="http://schemas.openxmlformats.org/drawingml/2006/main" l="0" t="3055" r="0" b="3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381125"/>
            <a:ext cx="3429000" cy="447675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D3511-2749-4CDB-B13E-5260CC3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F52AB-AC8E-43E4-862E-D08E7C8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811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CSP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C21D9-787E-4973-9CE9-C0C7D10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Origens externas limitadas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C567F-6A9F-4F06-A110-1AE5920F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71700"/>
            <a:ext cx="514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A5A7C-3AA0-4017-8AF9-A1DF902B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13E9E-EC6B-4075-98CA-961730AB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812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Segredos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863E9-6A92-484D-9FAD-04D427B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812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Nenhuma credencial no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27F50-5D4D-4990-B36B-BCC5FCA8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71825"/>
            <a:ext cx="514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F3F1A-C253-4931-818A-80EDCE72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A03ED-80C9-410F-80F3-17249F5A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81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763E0-384C-4431-A601-40279F0F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814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Isolamento com noopener noreferrer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D7AB2-FAEE-408B-85B4-A5A03C4A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514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38D8F-11A9-418E-8440-548022E5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DD17F-F34B-443A-B1CC-DDD4E3E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Análise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DB8CB-ED76-472C-BCDE-6D7BB5BF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815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CodeQL em pushes e pull requests</a:t>
            </a:r>
          </a:p>
        </p:txBody>
      </p:sp>
    </p:spTree>
    <p:extLst>
      <p:ext uri="{BB962C8B-B14F-4D97-AF65-F5344CB8AC3E}">
        <p14:creationId xmlns:p14="http://schemas.microsoft.com/office/powerpoint/2010/main" val="867152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C83A9-8936-43FE-AD69-974B3CC5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0EDC3-68B9-447B-86AD-6BFC09C3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Fluxo de implantação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CA244-C6BC-437F-9F64-748E8EC1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7A374-211D-453F-88D9-283144A9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4905C-0FE6-49F4-B945-9C04C202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89A3E-EA48-4BD1-8467-B3D84DB7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94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AA5B1-C426-44BD-961B-86F209C1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Planejar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378E7-FB7E-424D-AC8A-95273A1E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Escopo e critérios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EF7E3-355A-475A-9C27-722EE59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30438-EBD1-49DA-B0F3-5D28505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940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499D3-B848-4A38-8655-F3265F40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Versionar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6E32E-B621-4332-9CF0-AEB95E9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Git e documentação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89D09-3F7B-47FD-9328-0109055D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B8ED5-91E2-46B3-B99D-4E7B68B5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940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ADD08-8F27-409E-8362-4CC7D690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67E13-BF15-4B50-9617-6354DA9E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Build, testes e revisão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FA046-3041-449E-BE94-A7EEBDCD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3D45D-0F06-4CF4-93CE-01CD909D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3F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80D4C-344B-4417-BB72-8A6BB356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8C027-AADB-4EAB-8200-4688DDC6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Versão ligada ao 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346BB-37CD-499E-91E2-9C50F9BB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7429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C11D2-73F4-4A8C-ADC7-17B688F3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Reversão reproduzível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2E83A-3153-4187-A7CB-94E80B0B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Cada implantação corresponde a um commit e pode ser restaurada pelo histórico.</a:t>
            </a:r>
          </a:p>
        </p:txBody>
      </p:sp>
    </p:spTree>
    <p:extLst>
      <p:ext uri="{BB962C8B-B14F-4D97-AF65-F5344CB8AC3E}">
        <p14:creationId xmlns:p14="http://schemas.microsoft.com/office/powerpoint/2010/main" val="1659322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1C010-61BD-4D22-83C4-2DF68E0C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8753C-E2B2-46FE-8356-201070C5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Testes e evidências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02746-AEF8-4EC7-98DC-3147532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7409D-BEFB-4B8E-8044-FEFC5A24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A4151-4667-4608-834A-6B564C08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5359A-B332-401D-829A-884FEEA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verificações automatizadas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C7724-AAC5-4F55-A8A1-210A45E0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 teste valida idioma, estrutura semântica, navegação acessível, integração GitHub, CSP e movimento reduzido.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02409-5A70-4BDF-A340-00688D77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0ECFF-054D-4E4A-ABF6-9851D5A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95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Responsivo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44A94-9D63-4B7C-A4B5-02216EBC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148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Revisado em viewport móvel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10BEA-9C75-4F6C-8B13-4242314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097C4-DC45-4DAE-B18F-EE03618D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95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Acessível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977B7-885C-40D3-93C8-39A435F1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148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Atalho de conteúdo e HTML semântico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10D53-DA4B-45E1-A53D-3E2BBFE7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1C1F2-9ABC-4301-A1DB-14573EF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Resiliente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0252B-8F10-4489-97EB-1CBE078F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Conteúdo alternativo para falhas da API</a:t>
            </a:r>
          </a:p>
        </p:txBody>
      </p:sp>
    </p:spTree>
    <p:extLst>
      <p:ext uri="{BB962C8B-B14F-4D97-AF65-F5344CB8AC3E}">
        <p14:creationId xmlns:p14="http://schemas.microsoft.com/office/powerpoint/2010/main" val="1888531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2F2E8-5CEE-46FF-898A-D7CD83D2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2880F-C115-4A4E-8B0E-536FC71A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Revisão com Google Gemini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10A76-51C1-44B7-B0E9-E85BBAD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B1B99-4A1F-4849-AD10-4667BB3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B06CC-71B3-438D-A43B-FDFA10702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b2b0f298845e5"/>
          <a:srcRect xmlns:a="http://schemas.openxmlformats.org/drawingml/2006/main" l="0" t="17334" r="0" b="17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476375"/>
            <a:ext cx="106680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AFEEC-EE18-47B7-8A2A-A035DA40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Decisão aplicada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0D649-8E4E-4395-A8C5-81789A6C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Priorizar fallback da API, responsividade, acessibilidade e ausência de tokens. Os controles adicionais já implementados foram mantidos.</a:t>
            </a:r>
          </a:p>
        </p:txBody>
      </p:sp>
    </p:spTree>
    <p:extLst>
      <p:ext uri="{BB962C8B-B14F-4D97-AF65-F5344CB8AC3E}">
        <p14:creationId xmlns:p14="http://schemas.microsoft.com/office/powerpoint/2010/main" val="1779464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51A0D-A430-4B0A-8EA0-71A14DA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10F6B-4A5C-4521-A379-72BAA9B2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C7B33-D2A9-4B5D-9C11-D1BFB9E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0F493-8B93-4F7C-9D0D-16F007B9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2E995-2AC7-46D6-8A0F-7C61C986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Um portfólio leve, rastreável e preparado para evoluir.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2CBB4-63AB-4F00-82D1-9E7FF887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Implementação, segurança e documentação reunidas em um único projeto público.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BD6D2-9F4E-49B5-9045-EA7A03CB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9625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63F5C8"/>
          </a:solidFill>
          <a:ln xmlns:a="http://schemas.openxmlformats.org/drawingml/2006/main" w="9525">
            <a:solidFill>
              <a:srgbClr val="63F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32BC7-6B7A-4512-8A3D-EB133E6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4121A"/>
                </a:solidFill>
                <a:latin typeface="Arial"/>
                <a:ea typeface="Arial"/>
                <a:cs typeface="Arial"/>
              </a:rPr>
              <a:t>guhenri.github.io/-Desafio-Etapa-Final-Bootcamp/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C2992-A357-4E34-B432-479084CB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945561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2026-10-25T16:19:55.9020000Z</dcterms:created>
  <dcterms:modified xsi:type="dcterms:W3CDTF">2026-10-25T16:19:55.9020000Z</dcterms:modified>
</coreProperties>
</file>