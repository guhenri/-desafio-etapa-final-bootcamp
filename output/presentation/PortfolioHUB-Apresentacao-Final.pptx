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a57a5083314ae4" /><Relationship Type="http://schemas.openxmlformats.org/officeDocument/2006/relationships/extended-properties" Target="/docProps/app.xml" Id="Rc84f701f37884793" /><Relationship Type="http://schemas.openxmlformats.org/officeDocument/2006/relationships/officeDocument" Target="/ppt/presentation.xml" Id="R6279910aa0ec4d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2b2b969e9b47ed"/>
  </p:sldMasterIdLst>
  <p:notesMasterIdLst>
    <p:notesMasterId xmlns:r="http://schemas.openxmlformats.org/officeDocument/2006/relationships" r:id="Rf8d77d690a4c4d83"/>
  </p:notesMasterIdLst>
  <p:sldIdLst>
    <p:sldId xmlns:r="http://schemas.openxmlformats.org/officeDocument/2006/relationships" id="256" r:id="R157ee2de6fe64269"/>
    <p:sldId xmlns:r="http://schemas.openxmlformats.org/officeDocument/2006/relationships" id="257" r:id="R9f05ce3684f64f38"/>
    <p:sldId xmlns:r="http://schemas.openxmlformats.org/officeDocument/2006/relationships" id="258" r:id="R11bc810492434bd8"/>
    <p:sldId xmlns:r="http://schemas.openxmlformats.org/officeDocument/2006/relationships" id="259" r:id="Rb1d27e8cecd745e8"/>
    <p:sldId xmlns:r="http://schemas.openxmlformats.org/officeDocument/2006/relationships" id="260" r:id="R5144ac7af25c4963"/>
    <p:sldId xmlns:r="http://schemas.openxmlformats.org/officeDocument/2006/relationships" id="261" r:id="R0e4ac20253604de7"/>
    <p:sldId xmlns:r="http://schemas.openxmlformats.org/officeDocument/2006/relationships" id="262" r:id="R1db271bc48344dc0"/>
    <p:sldId xmlns:r="http://schemas.openxmlformats.org/officeDocument/2006/relationships" id="263" r:id="R8e45c4eeb93648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79cf86c2aa440d" /><Relationship Type="http://schemas.openxmlformats.org/officeDocument/2006/relationships/slideMaster" Target="/ppt/slideMasters/slideMaster1.xml" Id="Rd22b2b969e9b47ed" /><Relationship Type="http://schemas.openxmlformats.org/officeDocument/2006/relationships/notesMaster" Target="/ppt/notesMasters/notesMaster1.xml" Id="Rf8d77d690a4c4d83" /><Relationship Type="http://schemas.openxmlformats.org/officeDocument/2006/relationships/presProps" Target="/ppt/presProps.xml" Id="Ra47f56e2ed174f74" /><Relationship Type="http://schemas.openxmlformats.org/officeDocument/2006/relationships/tableStyles" Target="/ppt/tableStyles.xml" Id="Rb5404a32c2d74d48" /><Relationship Type="http://schemas.openxmlformats.org/officeDocument/2006/relationships/slide" Target="/ppt/slides/slide1.xml" Id="R157ee2de6fe64269" /><Relationship Type="http://schemas.openxmlformats.org/officeDocument/2006/relationships/slide" Target="/ppt/slides/slide2.xml" Id="R9f05ce3684f64f38" /><Relationship Type="http://schemas.openxmlformats.org/officeDocument/2006/relationships/slide" Target="/ppt/slides/slide3.xml" Id="R11bc810492434bd8" /><Relationship Type="http://schemas.openxmlformats.org/officeDocument/2006/relationships/slide" Target="/ppt/slides/slide4.xml" Id="Rb1d27e8cecd745e8" /><Relationship Type="http://schemas.openxmlformats.org/officeDocument/2006/relationships/slide" Target="/ppt/slides/slide5.xml" Id="R5144ac7af25c4963" /><Relationship Type="http://schemas.openxmlformats.org/officeDocument/2006/relationships/slide" Target="/ppt/slides/slide6.xml" Id="R0e4ac20253604de7" /><Relationship Type="http://schemas.openxmlformats.org/officeDocument/2006/relationships/slide" Target="/ppt/slides/slide7.xml" Id="R1db271bc48344dc0" /><Relationship Type="http://schemas.openxmlformats.org/officeDocument/2006/relationships/slide" Target="/ppt/slides/slide8.xml" Id="R8e45c4eeb93648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f0a03c39fa4e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17927aa28e4093" /><Relationship Type="http://schemas.openxmlformats.org/officeDocument/2006/relationships/notesMaster" Target="/ppt/notesMasters/notesMaster1.xml" Id="Rbfc5dcda2f2d4d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dc69ad276d4279" /><Relationship Type="http://schemas.openxmlformats.org/officeDocument/2006/relationships/notesMaster" Target="/ppt/notesMasters/notesMaster1.xml" Id="R279479588c3b44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70c0e41f1048d8" /><Relationship Type="http://schemas.openxmlformats.org/officeDocument/2006/relationships/notesMaster" Target="/ppt/notesMasters/notesMaster1.xml" Id="Raaf57f61664d41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faffc2c5154ab4" /><Relationship Type="http://schemas.openxmlformats.org/officeDocument/2006/relationships/notesMaster" Target="/ppt/notesMasters/notesMaster1.xml" Id="R4289acb60c104b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25fdc3d90848d0" /><Relationship Type="http://schemas.openxmlformats.org/officeDocument/2006/relationships/notesMaster" Target="/ppt/notesMasters/notesMaster1.xml" Id="R93cd7a8f3e984b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5d8bab7f6d4fc3" /><Relationship Type="http://schemas.openxmlformats.org/officeDocument/2006/relationships/notesMaster" Target="/ppt/notesMasters/notesMaster1.xml" Id="Ra4b5950661ee48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b89880001c4559" /><Relationship Type="http://schemas.openxmlformats.org/officeDocument/2006/relationships/notesMaster" Target="/ppt/notesMasters/notesMaster1.xml" Id="R81c8a391cf1842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5f677c4f3c4bcf" /><Relationship Type="http://schemas.openxmlformats.org/officeDocument/2006/relationships/notesMaster" Target="/ppt/notesMasters/notesMaster1.xml" Id="R95f2fd1dd18645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91edcce806475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6c0587f990487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63cd1334bc44c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f3e9944553410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ce99c6c55a437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7f4e21c6924f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4BD09C-6187-46C1-8285-5361369467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4D18A78-AE50-48FD-A621-84AE9DD8C4C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5A8F99B-8B5D-4C81-BFF9-73A7BEF74D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A256E0-EB00-4E48-956C-4ACFB17C42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FC2D10F-58D7-48A4-BA1D-DC976F6C0B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E3ED7CF-4299-44B1-88C7-74E52D71DA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4AEA4F6-5A90-4480-A5AD-7A413A847E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9FFF36D-7858-490E-91A2-8F9DC52E0C3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D8645D7-97C0-44E6-8B25-9D6EDF71AE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9BD2CD5-0860-491E-9A7D-4CF46BBE92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f3cf2343e44932" /><Relationship Type="http://schemas.openxmlformats.org/officeDocument/2006/relationships/slideLayout" Target="/ppt/slideLayouts/slideLayout1.xml" Id="Rc6d6ba1740e2424b" /><Relationship Type="http://schemas.openxmlformats.org/officeDocument/2006/relationships/slideLayout" Target="/ppt/slideLayouts/slideLayout2.xml" Id="R2b2293cde16b41ba" /><Relationship Type="http://schemas.openxmlformats.org/officeDocument/2006/relationships/slideLayout" Target="/ppt/slideLayouts/slideLayout3.xml" Id="Rbe3c2a1621ee4573" /><Relationship Type="http://schemas.openxmlformats.org/officeDocument/2006/relationships/slideLayout" Target="/ppt/slideLayouts/slideLayout4.xml" Id="Rcf33902a1a904f17" /><Relationship Type="http://schemas.openxmlformats.org/officeDocument/2006/relationships/slideLayout" Target="/ppt/slideLayouts/slideLayout5.xml" Id="R514c7aa034d34e23" /><Relationship Type="http://schemas.openxmlformats.org/officeDocument/2006/relationships/slideLayout" Target="/ppt/slideLayouts/slideLayout6.xml" Id="Read7cf84cfeb4f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d6ba1740e2424b"/>
    <p:sldLayoutId xmlns:r="http://schemas.openxmlformats.org/officeDocument/2006/relationships" id="2147483650" r:id="R2b2293cde16b41ba"/>
    <p:sldLayoutId xmlns:r="http://schemas.openxmlformats.org/officeDocument/2006/relationships" id="2147483651" r:id="Rbe3c2a1621ee4573"/>
    <p:sldLayoutId xmlns:r="http://schemas.openxmlformats.org/officeDocument/2006/relationships" id="2147483652" r:id="Rcf33902a1a904f17"/>
    <p:sldLayoutId xmlns:r="http://schemas.openxmlformats.org/officeDocument/2006/relationships" id="2147483653" r:id="R514c7aa034d34e23"/>
    <p:sldLayoutId xmlns:r="http://schemas.openxmlformats.org/officeDocument/2006/relationships" id="2147483654" r:id="Read7cf84cfeb4f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19237ed3854f34" /><Relationship Type="http://schemas.openxmlformats.org/officeDocument/2006/relationships/image" Target="/ppt/media/image.jpeg" Id="R5c1c46e1de9942ba" /><Relationship Type="http://schemas.openxmlformats.org/officeDocument/2006/relationships/notesSlide" Target="/ppt/notesSlides/notesSlide1.xml" Id="Rf0a5e132196f47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7aa9474f0d4a6d" /><Relationship Type="http://schemas.openxmlformats.org/officeDocument/2006/relationships/image" Target="/ppt/media/image2.jpeg" Id="Rc4f8e83e48b342aa" /><Relationship Type="http://schemas.openxmlformats.org/officeDocument/2006/relationships/notesSlide" Target="/ppt/notesSlides/notesSlide2.xml" Id="Rc8904f67498942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89955655ec4cf8" /><Relationship Type="http://schemas.openxmlformats.org/officeDocument/2006/relationships/notesSlide" Target="/ppt/notesSlides/notesSlide3.xml" Id="R1ec00832e36b45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7723f046fd433d" /><Relationship Type="http://schemas.openxmlformats.org/officeDocument/2006/relationships/image" Target="/ppt/media/image3.jpeg" Id="Rd6aadf1407194926" /><Relationship Type="http://schemas.openxmlformats.org/officeDocument/2006/relationships/notesSlide" Target="/ppt/notesSlides/notesSlide4.xml" Id="Rf30b992320c04d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a9e32504ea4328" /><Relationship Type="http://schemas.openxmlformats.org/officeDocument/2006/relationships/image" Target="/ppt/media/image4.jpeg" Id="R499ed119de004037" /><Relationship Type="http://schemas.openxmlformats.org/officeDocument/2006/relationships/notesSlide" Target="/ppt/notesSlides/notesSlide5.xml" Id="R197418b1db9c4a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a0d6ad06634053" /><Relationship Type="http://schemas.openxmlformats.org/officeDocument/2006/relationships/notesSlide" Target="/ppt/notesSlides/notesSlide6.xml" Id="R46084534b03247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dc81c6737e426c" /><Relationship Type="http://schemas.openxmlformats.org/officeDocument/2006/relationships/notesSlide" Target="/ppt/notesSlides/notesSlide7.xml" Id="R52d61ac5641d46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8239a4832540bc" /><Relationship Type="http://schemas.openxmlformats.org/officeDocument/2006/relationships/notesSlide" Target="/ppt/notesSlides/notesSlide8.xml" Id="R414eaf8d6bcb42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B0C3F-DD3B-4091-AD4D-1CA8E14C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DESAFIO FINAL / BOOTCAMP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6B814E-D0A2-4801-AC7E-B3E4FD64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4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4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4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4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4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4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4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4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4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4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PortfolioHUB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EABC97-BEBB-480F-91BE-615ADCBB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552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Implantação integrada ao GitHub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9CE900-5642-4BC8-89E9-6A1BA086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95875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Gustavo Henrique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6015E5-EC39-4525-9F74-33168BB8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721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25 de outubro de 2026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B3632D-D32C-412D-94F4-1329342862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1c46e1de9942ba"/>
          <a:srcRect xmlns:a="http://schemas.openxmlformats.org/drawingml/2006/main" l="11003" t="0" r="110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77125" y="457200"/>
            <a:ext cx="3333750" cy="594360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C36911-8882-403D-9DD4-EB71EB86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0198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SITE RESPONSIVO</a:t>
            </a:r>
          </a:p>
        </p:txBody>
      </p:sp>
    </p:spTree>
    <p:extLst>
      <p:ext uri="{BB962C8B-B14F-4D97-AF65-F5344CB8AC3E}">
        <p14:creationId xmlns:p14="http://schemas.microsoft.com/office/powerpoint/2010/main" val="10689794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855A67-715D-4BAE-AB78-0DB49EAA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8083A9-979E-4BD9-A3DD-BBDD0869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Objetivo e solução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8D8324-9B0F-470D-A644-1978B6B9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PortfolioHUB / Gustavo Henrique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E51E8-353B-48B3-AFF9-DAF930DD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EFBC2-C962-4104-AABD-3EA3DB80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5715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Um ponto central para apresentar projetos públicos, competências e práticas de implantação.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2736AC-C21F-49D9-8CA7-4485E241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5429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A solução usa tecnologias web nativas e consulta a API pública do GitHub. O conteúdo permanece disponível mesmo quando a integração externa falha.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D7986A-421E-4692-AAAB-426C704086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f8e83e48b342aa"/>
          <a:srcRect xmlns:a="http://schemas.openxmlformats.org/drawingml/2006/main" l="0" t="4553" r="0" b="45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428750"/>
            <a:ext cx="3429000" cy="4333875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F123E2-2A87-44B5-BEF6-BAADEBD4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9055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Experiência responsiva e acessível</a:t>
            </a:r>
          </a:p>
        </p:txBody>
      </p:sp>
    </p:spTree>
    <p:extLst>
      <p:ext uri="{BB962C8B-B14F-4D97-AF65-F5344CB8AC3E}">
        <p14:creationId xmlns:p14="http://schemas.microsoft.com/office/powerpoint/2010/main" val="17044405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0B1192-4654-4FC2-9529-3C985F2F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35DF40-F36C-49A0-9DFD-E20FFE1D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Arquitetura do PortfolioHUB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3A13DF-04CC-4F82-8CF4-52EB35E9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PortfolioHUB / Gustavo Henrique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3D30D-EFF2-4A69-9AC2-302A5784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301600-7B8F-4784-851F-7E895FDE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190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940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D3F84-3CC5-44E2-ABC1-06F0342F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527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F5F696-EA80-45DC-AE9E-50423CBF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Código-fonte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CFCCEE-7507-4BF4-9012-DE3B9A94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76625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HTML, CSS e JavaScript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3192C7-3A32-46F8-9E2F-25812B0D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905125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FEC75B-2ECF-4ACF-BA6F-ADF4077E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81250"/>
            <a:ext cx="2190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940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C52065-69CE-4FD4-A7A2-065D3B57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527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92BAAD-4EC5-4E6E-A052-AED238B7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0375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92BB39-0357-49FC-81A8-C2FF8E62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76625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src copiado para dist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1C3F91-ECD9-4044-9E94-285894ED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05125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FB0BE4-12AC-410D-A2A5-68938CEC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81250"/>
            <a:ext cx="2190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940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7BCFDA-815A-4E0C-A35A-3678900D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527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D491DC-D5D3-46F6-AF8E-77DCBAF3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00375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Validação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147324-E87C-4C6E-B5EF-FEA9466B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76625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8 verificações automáticas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7DC269-87AD-4E87-AAEF-BBAA3B2D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905125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FD0269-C761-4A9D-BC9E-E544DFF2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2190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3243A"/>
          </a:solidFill>
          <a:ln xmlns:a="http://schemas.openxmlformats.org/drawingml/2006/main" w="9525">
            <a:solidFill>
              <a:srgbClr val="29405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24E41B-FAF9-406C-A0DE-E49A4040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527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252B38-8D2E-4A4C-967C-7E1C80F9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00375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Publicação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55459B-A537-4C55-84C0-6EDBCC29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76625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GitHub Pages e Sites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9C2250-9BD3-43D1-87FF-BD552F36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Sem banco de dados, credenciais no navegador ou dependências de produção</a:t>
            </a:r>
          </a:p>
        </p:txBody>
      </p:sp>
    </p:spTree>
    <p:extLst>
      <p:ext uri="{BB962C8B-B14F-4D97-AF65-F5344CB8AC3E}">
        <p14:creationId xmlns:p14="http://schemas.microsoft.com/office/powerpoint/2010/main" val="13729664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EB82FB-D72E-4BFE-8D9D-9737FEE5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8EF12-15F2-4453-8405-A4CEE639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Integração e colaboração no GitHub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D5A72-750A-4CEC-AA64-6734ADE5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PortfolioHUB / Gustavo Henrique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C8EABD-8EC6-43C1-8167-0075A778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8CFA30-01B5-4803-A52E-6C54DE8BE3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aadf1407194926"/>
          <a:srcRect xmlns:a="http://schemas.openxmlformats.org/drawingml/2006/main" l="4159" t="0" r="41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1428750"/>
            <a:ext cx="2857500" cy="4333875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5FB0E1-C238-457B-922D-92D35A38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192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Integração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43846D-2663-411A-B3A3-4A1DCE32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47875"/>
            <a:ext cx="638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B"/>
                </a:solidFill>
                <a:latin typeface="Arial"/>
                <a:ea typeface="Arial"/>
                <a:cs typeface="Arial"/>
              </a:rPr>
              <a:t>A página consulta os repositórios públicos, elimina forks e ordena os projetos pela atualização mais recente.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5272E7-F75D-4762-A2B9-FE143FA8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813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Colaboração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C7ED1E-09B3-4488-870A-8CB208BC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638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B"/>
                </a:solidFill>
                <a:latin typeface="Arial"/>
                <a:ea typeface="Arial"/>
                <a:cs typeface="Arial"/>
              </a:rPr>
              <a:t>Branches isolam mudanças. Pull requests registram revisão. O CI executa build e testes antes da publicação.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223AB5-3064-4237-9BE7-29B14807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91125"/>
            <a:ext cx="638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Um fallback local mantém o portfólio útil quando a API não responde.</a:t>
            </a:r>
          </a:p>
        </p:txBody>
      </p:sp>
    </p:spTree>
    <p:extLst>
      <p:ext uri="{BB962C8B-B14F-4D97-AF65-F5344CB8AC3E}">
        <p14:creationId xmlns:p14="http://schemas.microsoft.com/office/powerpoint/2010/main" val="3802222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20D516-87D8-471D-B0F1-062479ED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24E78E-5F99-4D0A-ADDA-84F79B99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Segurança aplicada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FE4BB-3C16-44FC-8CD1-0B0EBDF1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PortfolioHUB / Gustavo Henrique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5CA560-61A1-4555-9EE3-126EC1EE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E50939-B4F4-467D-A9EA-AC5C1A3994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9ed119de004037"/>
          <a:srcRect xmlns:a="http://schemas.openxmlformats.org/drawingml/2006/main" l="0" t="3055" r="0" b="30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381125"/>
            <a:ext cx="3429000" cy="447675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51CEA-1B8E-42ED-BD28-B3931B35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59BA69-D23F-477A-B6EC-AAF5CAC8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5811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CSP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6B6612-CB44-4D1C-BF32-85332512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811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Origens externas limitadas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940738-5FA0-4DFB-A9EE-BBAC3245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71700"/>
            <a:ext cx="5143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940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D11686-6462-4D6C-986E-8FD1021C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231A27-EE77-462E-B0A0-E329322F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8127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Segredos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FB1C6B-FCB4-4C22-B85B-E9727B25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8127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Nenhuma credencial no frontend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1DEF13-751B-4637-A91C-184E4B64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71825"/>
            <a:ext cx="5143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940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0BC438-2FE8-4CC4-A6A1-4CD5B03D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CC705D-DCA5-4173-A766-67739C23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814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Links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460092-79DC-44F2-9330-58EA9FAB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5814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Isolamento com noopener noreferrer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CF0C3D-7EE2-4570-9E22-82EC5239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71950"/>
            <a:ext cx="5143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940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F1DB6A-1408-48AB-82E3-C2F61D70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07FD00-E787-4FF1-86CD-B932953C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8152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Análise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989C7C-E0C3-4321-9487-0A471543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58152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CodeQL em pushes e pull requests</a:t>
            </a:r>
          </a:p>
        </p:txBody>
      </p:sp>
    </p:spTree>
    <p:extLst>
      <p:ext uri="{BB962C8B-B14F-4D97-AF65-F5344CB8AC3E}">
        <p14:creationId xmlns:p14="http://schemas.microsoft.com/office/powerpoint/2010/main" val="20767875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4FAE01-23CC-4D04-AAF8-40F38715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95CF69-8EAF-4BCC-9424-BAD04D1B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Fluxo de implantação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F5E95-084C-4C5C-BD7D-92B06E4B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PortfolioHUB / Gustavo Henrique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274949-E27D-4F9C-83A7-BE716F0C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67134E-5908-4F70-80E7-2EB357B4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DE870C-385C-445B-8402-14262B00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223837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940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365A6-0644-4936-AA51-239CBF37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Planejar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A0DAD4-222B-48E8-B6DC-2EE669AB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Escopo e critérios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7A5E95-337F-4B9E-B0A7-B867CFB8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526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E6DD0C-C764-4521-A336-4A40550B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28875"/>
            <a:ext cx="223837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940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029856-0E32-4081-9127-D8C1FF58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1462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Versionar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AE1C30-7E5B-4087-9841-38193F77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2575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Git e documentação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3A069D-2CA4-4214-B138-AB7A6973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526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5015E8-8D97-47D7-897D-42B6C311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28875"/>
            <a:ext cx="223837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9405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9299CC-12C8-4CA0-99C7-4DA1C124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1462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Validar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1C7999-46EF-40F8-B2C2-36672EC8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575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Build, testes e revisão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5E2238-717D-4F6A-933B-E6B3E25F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526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A9159F-9792-45E3-9F07-ADD0C33E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28875"/>
            <a:ext cx="223837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63F5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8733AA-2822-4A4D-A3E8-78B1C3CC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1462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Publicar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09F966-3535-45DB-98EB-D74194A4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575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Versão ligada ao commit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0985C6-4FFC-46A0-85D1-0410C242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24375"/>
            <a:ext cx="7429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3243A"/>
          </a:solidFill>
          <a:ln xmlns:a="http://schemas.openxmlformats.org/drawingml/2006/main" w="9525">
            <a:solidFill>
              <a:srgbClr val="29405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11E058-E183-4773-859A-B9018955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053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Reversão reproduzível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853F88-015D-41A7-91DD-03195259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291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F7FB"/>
                </a:solidFill>
                <a:latin typeface="Arial"/>
                <a:ea typeface="Arial"/>
                <a:cs typeface="Arial"/>
              </a:rPr>
              <a:t>Cada implantação corresponde a um commit e pode ser restaurada pelo histórico.</a:t>
            </a:r>
          </a:p>
        </p:txBody>
      </p:sp>
    </p:spTree>
    <p:extLst>
      <p:ext uri="{BB962C8B-B14F-4D97-AF65-F5344CB8AC3E}">
        <p14:creationId xmlns:p14="http://schemas.microsoft.com/office/powerpoint/2010/main" val="15176116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4EB654-1860-4C43-9EE7-817DDA5A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4D46A6-7797-48D3-AD52-9D2C6485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Testes e evidências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3986A1-9561-4FE9-8475-2773A3CA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PortfolioHUB / Gustavo Henrique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B1A962-276B-4FA5-BDB9-B699A2C5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3E3DF3-B7D7-4552-857C-D5815066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61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61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61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61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61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61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61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61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61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61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D7C0C9-BC5D-4B2E-9C56-9D691BDC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575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verificações automatizadas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EE8F8D-0BFD-446C-A6FA-B4410D66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14500"/>
            <a:ext cx="657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B"/>
                </a:solidFill>
                <a:latin typeface="Arial"/>
                <a:ea typeface="Arial"/>
                <a:cs typeface="Arial"/>
              </a:rPr>
              <a:t>O teste valida idioma, estrutura semântica, navegação acessível, integração GitHub, CSP e movimento reduzido.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0355CD-82F1-431B-BA18-21C5784D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24250"/>
            <a:ext cx="2000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940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C4F4DA-CD32-47A3-B9BE-D4FB1ED3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6957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Responsivo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A70A2B-1B33-4230-A868-3D259EDD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114800"/>
            <a:ext cx="1695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Revisado em viewport móvel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21F8AC-BE45-46A5-AFC9-7B760B86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24250"/>
            <a:ext cx="2000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940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449343-F899-4F9B-8C25-67759E7E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6957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Acessível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0ED52B-6DDE-4194-87FA-9BA9AB18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114800"/>
            <a:ext cx="1695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Atalho de conteúdo e HTML semântico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33F5BB-AF5D-4881-833F-2E6E8A2D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24250"/>
            <a:ext cx="2000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9405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7D9A4C-AD5F-4D3B-B235-F10C99A0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957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Resiliente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EC2C59-34FA-4E9E-9FE1-CE39CFF1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14800"/>
            <a:ext cx="1695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Conteúdo alternativo para falhas da API</a:t>
            </a:r>
          </a:p>
        </p:txBody>
      </p:sp>
    </p:spTree>
    <p:extLst>
      <p:ext uri="{BB962C8B-B14F-4D97-AF65-F5344CB8AC3E}">
        <p14:creationId xmlns:p14="http://schemas.microsoft.com/office/powerpoint/2010/main" val="10529756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BBAD53-1E02-4351-B871-4DD8A5B8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92B896-A873-4A69-A3F5-9002D6DF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94A27-23BD-4403-B81E-2CB24214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PortfolioHUB / Gustavo Henrique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7255D6-983A-496A-8715-1D3227B5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974B5-BDC7-4A5F-94BF-4B6EFE09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028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34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defPPr>
            <a:lvl1pPr algn="ctr">
              <a:defRPr sz="34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1pPr>
            <a:lvl2pPr algn="ctr">
              <a:defRPr sz="34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2pPr>
            <a:lvl3pPr algn="ctr">
              <a:defRPr sz="34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3pPr>
            <a:lvl4pPr algn="ctr">
              <a:defRPr sz="34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4pPr>
            <a:lvl5pPr algn="ctr">
              <a:defRPr sz="34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5pPr>
            <a:lvl6pPr algn="ctr">
              <a:defRPr sz="34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6pPr>
            <a:lvl7pPr algn="ctr">
              <a:defRPr sz="34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7pPr>
            <a:lvl8pPr algn="ctr">
              <a:defRPr sz="34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8pPr>
            <a:lvl9pPr algn="ctr">
              <a:defRPr sz="34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4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Um portfólio leve, rastreável e preparado para evoluir.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07675E-9C96-4E29-8458-A4498FE5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86125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9FB0C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FB0C5"/>
                </a:solidFill>
                <a:latin typeface="Arial"/>
                <a:ea typeface="Arial"/>
                <a:cs typeface="Arial"/>
              </a:rPr>
              <a:t>Implementação, segurança e documentação reunidas em um único projeto público.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9EE8CE-6E5A-4824-8A1F-14C6E172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19625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63F5C8"/>
          </a:solidFill>
          <a:ln xmlns:a="http://schemas.openxmlformats.org/drawingml/2006/main" w="9525">
            <a:solidFill>
              <a:srgbClr val="63F5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0AA40D-6A1C-41B4-BB1E-F72CDFB0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625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4121A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04121A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04121A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04121A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04121A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04121A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04121A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04121A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04121A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04121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4121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4121A"/>
                </a:solidFill>
                <a:latin typeface="Arial"/>
                <a:ea typeface="Arial"/>
                <a:cs typeface="Arial"/>
              </a:rPr>
              <a:t>github.com/GuHenri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D4C1C5-77B5-406A-B10F-4D1FE3A5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7150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63F5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F5C8"/>
                </a:solidFill>
                <a:latin typeface="Arial"/>
                <a:ea typeface="Arial"/>
                <a:cs typeface="Arial"/>
              </a:rPr>
              <a:t>Obrigado</a:t>
            </a:r>
          </a:p>
        </p:txBody>
      </p:sp>
    </p:spTree>
    <p:extLst>
      <p:ext uri="{BB962C8B-B14F-4D97-AF65-F5344CB8AC3E}">
        <p14:creationId xmlns:p14="http://schemas.microsoft.com/office/powerpoint/2010/main" val="14930248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2026-10-25T14:41:07.3790000Z</dcterms:created>
  <dcterms:modified xsi:type="dcterms:W3CDTF">2026-10-25T14:41:07.3790000Z</dcterms:modified>
</coreProperties>
</file>